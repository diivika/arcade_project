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8" r:id="rId3"/>
    <p:sldId id="260" r:id="rId4"/>
    <p:sldId id="257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4B734B-9811-33FB-8BE1-C6A148990B3F}" v="564" dt="2026-01-14T17:56:50.2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983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9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93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547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1/14/2026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856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625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071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349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50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8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02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23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74242" y="392928"/>
            <a:ext cx="9390888" cy="2640466"/>
          </a:xfrm>
        </p:spPr>
        <p:txBody>
          <a:bodyPr>
            <a:normAutofit/>
          </a:bodyPr>
          <a:lstStyle/>
          <a:p>
            <a:r>
              <a:rPr lang="ru-RU" err="1">
                <a:latin typeface="Univers Condensed"/>
              </a:rPr>
              <a:t>Cloud</a:t>
            </a:r>
            <a:r>
              <a:rPr lang="ru-RU" dirty="0">
                <a:latin typeface="Univers Condensed"/>
              </a:rPr>
              <a:t> </a:t>
            </a:r>
            <a:r>
              <a:rPr lang="ru-RU" err="1">
                <a:latin typeface="Univers Condensed"/>
              </a:rPr>
              <a:t>Hopper</a:t>
            </a:r>
            <a:endParaRPr lang="ru-RU">
              <a:latin typeface="Univers Condensed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74242" y="2514599"/>
            <a:ext cx="9952863" cy="152110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z="3200" dirty="0">
                <a:latin typeface="Univers Condensed"/>
              </a:rPr>
              <a:t>Это вертикальный платформер с восхождением вверх. Ваша цель забраться до финиша, избегая препятствий, сражаясь с врагами.</a:t>
            </a:r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63B10E47-AF6B-4C8A-B458-3C6CAF2EB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8560" y="2519118"/>
            <a:ext cx="110134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6">
            <a:extLst>
              <a:ext uri="{FF2B5EF4-FFF2-40B4-BE49-F238E27FC236}">
                <a16:creationId xmlns:a16="http://schemas.microsoft.com/office/drawing/2014/main" id="{B3BE00DD-5F52-49B1-A83B-F2E555AC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C5021-A5FD-84F5-4F0A-AA4686840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ru-RU" dirty="0">
                <a:solidFill>
                  <a:schemeClr val="bg1"/>
                </a:solidFill>
                <a:latin typeface="Univers Condensed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12F61D-AA56-8926-BE31-C48DBF1F9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4" y="2607732"/>
            <a:ext cx="7969697" cy="183570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800" dirty="0">
                <a:latin typeface="Univers Condensed"/>
              </a:rPr>
              <a:t>В этой игре вы должны преодолеть врагов и собирать монетки, чтобы наконец-то выбраться из этого 2D мира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23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A084DB-CDB7-B4D2-24B3-31DDCE82D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052" y="1346309"/>
            <a:ext cx="5460873" cy="3129297"/>
          </a:xfrm>
        </p:spPr>
        <p:txBody>
          <a:bodyPr>
            <a:normAutofit/>
          </a:bodyPr>
          <a:lstStyle/>
          <a:p>
            <a:r>
              <a:rPr lang="ru-RU" dirty="0">
                <a:latin typeface="Univers Condensed"/>
              </a:rPr>
              <a:t>Управление:</a:t>
            </a:r>
            <a:br>
              <a:rPr lang="ru-RU" dirty="0"/>
            </a:br>
            <a:r>
              <a:rPr lang="ru-RU" sz="3600" dirty="0">
                <a:latin typeface="Univers Condensed"/>
              </a:rPr>
              <a:t>лево        -   &lt;--</a:t>
            </a:r>
            <a:br>
              <a:rPr lang="ru-RU" sz="3600" dirty="0">
                <a:latin typeface="Univers Condensed"/>
              </a:rPr>
            </a:br>
            <a:r>
              <a:rPr lang="ru-RU" sz="3600" dirty="0">
                <a:latin typeface="Univers Condensed"/>
              </a:rPr>
              <a:t>право      -    --&gt;</a:t>
            </a:r>
            <a:br>
              <a:rPr lang="ru-RU" sz="3600" dirty="0">
                <a:latin typeface="Univers Condensed"/>
              </a:rPr>
            </a:br>
            <a:r>
              <a:rPr lang="ru-RU" sz="3600" dirty="0">
                <a:latin typeface="Univers Condensed"/>
              </a:rPr>
              <a:t>прыжок   -   пробел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98EDD7-966F-4ED6-ADCB-9EF1A425A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591" y="1028927"/>
            <a:ext cx="6094409" cy="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1C0C83-347F-B21C-C86F-6C56AC066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126" y="1017938"/>
            <a:ext cx="4523874" cy="4503387"/>
          </a:xfrm>
        </p:spPr>
        <p:txBody>
          <a:bodyPr anchor="b">
            <a:normAutofit/>
          </a:bodyPr>
          <a:lstStyle/>
          <a:p>
            <a:endParaRPr lang="ru-RU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8996B799-9454-451E-A62E-D79EC2608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03327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BCA605-F116-47B0-8AFC-D9A7FA5E1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06126" y="5840059"/>
            <a:ext cx="5285874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84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DE75F2-4912-1621-42F0-FFF6EBBA5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96" y="1063256"/>
            <a:ext cx="10355403" cy="1540106"/>
          </a:xfrm>
        </p:spPr>
        <p:txBody>
          <a:bodyPr>
            <a:normAutofit/>
          </a:bodyPr>
          <a:lstStyle/>
          <a:p>
            <a:r>
              <a:rPr lang="ru-RU" dirty="0">
                <a:latin typeface="Univers Condensed"/>
              </a:rPr>
              <a:t>Библиотеки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DF44EA-9D55-C63A-3803-3C84E62A1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96" y="1996336"/>
            <a:ext cx="7055280" cy="28613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ru-RU" sz="2400" dirty="0">
              <a:latin typeface="Univers Condensed"/>
            </a:endParaRPr>
          </a:p>
          <a:p>
            <a:endParaRPr lang="ru-RU" sz="2400">
              <a:latin typeface="Univers Condensed"/>
            </a:endParaRPr>
          </a:p>
          <a:p>
            <a:endParaRPr lang="ru-RU" dirty="0"/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D0F5DC-F49F-92FC-BAD0-17AB444AFF2F}"/>
              </a:ext>
            </a:extLst>
          </p:cNvPr>
          <p:cNvSpPr txBox="1"/>
          <p:nvPr/>
        </p:nvSpPr>
        <p:spPr>
          <a:xfrm>
            <a:off x="1070919" y="2286000"/>
            <a:ext cx="6713837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i="1" dirty="0">
                <a:solidFill>
                  <a:srgbClr val="262626"/>
                </a:solidFill>
                <a:latin typeface="Univers Condensed"/>
              </a:rPr>
              <a:t>Проект был написан на Python 3.12, </a:t>
            </a:r>
            <a:endParaRPr lang="ru-RU" sz="2800">
              <a:latin typeface="Univers Condensed"/>
            </a:endParaRPr>
          </a:p>
          <a:p>
            <a:r>
              <a:rPr lang="ru-RU" sz="2800" i="1" dirty="0">
                <a:solidFill>
                  <a:srgbClr val="262626"/>
                </a:solidFill>
                <a:latin typeface="Univers Condensed"/>
              </a:rPr>
              <a:t>с использованием библиотеки </a:t>
            </a:r>
            <a:r>
              <a:rPr lang="ru-RU" sz="2800" i="1" dirty="0" err="1">
                <a:solidFill>
                  <a:srgbClr val="262626"/>
                </a:solidFill>
                <a:latin typeface="Univers Condensed"/>
              </a:rPr>
              <a:t>pyarcade</a:t>
            </a:r>
            <a:endParaRPr lang="ru-RU" sz="2400" i="1" dirty="0">
              <a:solidFill>
                <a:srgbClr val="262626"/>
              </a:solidFill>
              <a:latin typeface="Univers Condensed"/>
            </a:endParaRP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592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0008B-8B52-A772-C7D6-7BA57492E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8321040" cy="1952716"/>
          </a:xfrm>
        </p:spPr>
        <p:txBody>
          <a:bodyPr anchor="ctr">
            <a:normAutofit/>
          </a:bodyPr>
          <a:lstStyle/>
          <a:p>
            <a:r>
              <a:rPr lang="ru-RU" dirty="0">
                <a:latin typeface="Univers Condensed"/>
              </a:rPr>
              <a:t>Заключение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F97C72-3F89-4F0A-9629-01818B38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8503" y="2936674"/>
            <a:ext cx="836524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1559F6-6732-B472-FC2A-E3D83A7F7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5" y="3161680"/>
            <a:ext cx="8321167" cy="26204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Проект полностью завершен, но можно добавить такие вещи как:</a:t>
            </a:r>
          </a:p>
          <a:p>
            <a:r>
              <a:rPr lang="ru-RU" dirty="0"/>
              <a:t>Генерация карт</a:t>
            </a:r>
          </a:p>
          <a:p>
            <a:r>
              <a:rPr lang="ru-RU" err="1"/>
              <a:t>Минибоссы</a:t>
            </a:r>
            <a:endParaRPr lang="ru-RU" dirty="0" err="1"/>
          </a:p>
          <a:p>
            <a:r>
              <a:rPr lang="ru-RU" dirty="0"/>
              <a:t>Потайные комнаты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59352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HeadlinesVTI</vt:lpstr>
      <vt:lpstr>Cloud Hopper</vt:lpstr>
      <vt:lpstr>Введение</vt:lpstr>
      <vt:lpstr>Управление: лево        -   &lt;-- право      -    --&gt; прыжок   -   пробел</vt:lpstr>
      <vt:lpstr>Библиотеки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131</cp:revision>
  <dcterms:created xsi:type="dcterms:W3CDTF">2012-07-30T23:42:41Z</dcterms:created>
  <dcterms:modified xsi:type="dcterms:W3CDTF">2026-01-14T17:57:05Z</dcterms:modified>
</cp:coreProperties>
</file>
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8" r:id="rId3"/>
    <p:sldId id="260" r:id="rId4"/>
    <p:sldId id="257" r:id="rId5"/>
    <p:sldId id="259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4B734B-9811-33FB-8BE1-C6A148990B3F}" v="564" dt="2026-01-14T17:56:50.2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2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 title="Page Number Shape">
            <a:extLst>
              <a:ext uri="{FF2B5EF4-FFF2-40B4-BE49-F238E27FC236}">
                <a16:creationId xmlns:a16="http://schemas.microsoft.com/office/drawing/2014/main" id="{DD4C4B28-6B4B-4445-8535-F516D74E4AA9}"/>
              </a:ext>
            </a:extLst>
          </p:cNvPr>
          <p:cNvSpPr/>
          <p:nvPr/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2" name="Straight Connector 11" title="Verticle Rule Line">
            <a:extLst>
              <a:ext uri="{FF2B5EF4-FFF2-40B4-BE49-F238E27FC236}">
                <a16:creationId xmlns:a16="http://schemas.microsoft.com/office/drawing/2014/main" id="{0CB1C732-7193-4253-8746-850D090A6B4E}"/>
              </a:ext>
            </a:extLst>
          </p:cNvPr>
          <p:cNvCxnSpPr>
            <a:cxnSpLocks/>
          </p:cNvCxnSpPr>
          <p:nvPr/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3AA199-952B-427F-A5BE-B97D25FD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6720840" cy="3730752"/>
          </a:xfrm>
        </p:spPr>
        <p:txBody>
          <a:bodyPr anchor="t">
            <a:normAutofit/>
          </a:bodyPr>
          <a:lstStyle>
            <a:lvl1pPr algn="l"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AA393-A876-475F-A05B-1CCAB6C1F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8992" y="5010912"/>
            <a:ext cx="6720840" cy="7040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95621-D631-4F31-AEEF-C8574E50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86356" y="6007608"/>
            <a:ext cx="3143643" cy="365125"/>
          </a:xfrm>
        </p:spPr>
        <p:txBody>
          <a:bodyPr/>
          <a:lstStyle/>
          <a:p>
            <a:fld id="{53BEF823-48A5-43FC-BE03-E79964288B41}" type="datetimeFigureOut">
              <a:rPr lang="en-US" smtClean="0"/>
              <a:t>2/1/2026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EE125-77AD-4E23-AFB7-C5CFDEAC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8991" y="6007608"/>
            <a:ext cx="672083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69682-B530-4F52-87B9-39464A09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9836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51BD-5252-4168-A69E-C6864AE2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8EEE-19C9-493B-836D-73B9E4A0B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A6BFE-11ED-4FB4-9F65-508B5B0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F536E-BEFF-4E0D-B4EC-39DE28C6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EE02AF-6FE1-4972-BD48-A82499A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9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2EE-D9FC-4E51-9BFF-141F9192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51" y="2414016"/>
            <a:ext cx="10666949" cy="3099816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086C4-4949-4E7A-A182-6709496A1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1389888"/>
            <a:ext cx="10671048" cy="822960"/>
          </a:xfrm>
        </p:spPr>
        <p:txBody>
          <a:bodyPr anchor="ctr">
            <a:normAutofit/>
          </a:bodyPr>
          <a:lstStyle>
            <a:lvl1pPr marL="0" indent="0">
              <a:buNone/>
              <a:defRPr sz="2000" i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12BC88-6A2B-4851-9568-23A4B74D9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2CFE5-65C3-4F46-9141-464545594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1B390-4E13-4481-AC02-FF12665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937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02F8-47BB-4D30-8EFE-69C9222D9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84648" y="758952"/>
            <a:ext cx="6245352" cy="224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44D33-6BF0-4205-A542-8537E3515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4647" y="3273551"/>
            <a:ext cx="6245351" cy="2240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6953A83-D2BE-4015-8D64-BE93DDF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A849E67-05F9-4033-B033-74D6B8C8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FAAC6AA-CFFB-438F-9327-DDB023E2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960CB-ABA7-4442-AB15-FE444F23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95477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8291-9C7D-407E-8D07-FA3A323E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A192D2-8BA6-4A4D-814D-AD37A2A10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0323" y="1377198"/>
            <a:ext cx="6239675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FD4BC-C948-41C4-BA24-5D26147E1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84647" y="3319548"/>
            <a:ext cx="6245351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2E359C-F73D-4F1B-9F9A-6D6285671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84646" y="3932372"/>
            <a:ext cx="6245352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76B63AE-38FF-40DD-A543-32DD98E6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686C0EB-E082-4BAB-99E8-B42F3C28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3CB0152-BA1F-48C7-A66F-3ADB51C9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D1C21B3-5CF6-415F-8295-EED3DF5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856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70D5-4EB9-4410-A8AE-6D85F192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87FB59-BA77-4864-B9E8-99485125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F0BC0B-BA67-455B-B567-1473DF062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F0BCF3-6FB5-4529-AA6A-A3146735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8625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1315B-6865-4A5A-91C1-B7533903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36720-08C7-43DE-8EB5-CAB52D0E9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477AF-B012-491C-AE42-22DE120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071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83AC-72A9-43F5-A1B3-1D7A6A4C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58951"/>
            <a:ext cx="6245352" cy="475488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45592-52ED-4270-ACBB-BCC528DAC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3" y="3815080"/>
            <a:ext cx="3831336" cy="169875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9A93518-F9B5-418F-9883-BEF835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B9FFE7-C4AB-425B-9B56-E412C722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231052-EBA8-4781-B28A-2FEA8BE5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BF9E7-F686-4FA1-9BA5-69BDD014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30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349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16CF06-B27C-4DC4-981D-38E31997B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58951"/>
            <a:ext cx="6245352" cy="4754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76E66-2CB3-4F47-97F6-077C4281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3794760"/>
            <a:ext cx="3831336" cy="1719072"/>
          </a:xfrm>
        </p:spPr>
        <p:txBody>
          <a:bodyPr>
            <a:normAutofit/>
          </a:bodyPr>
          <a:lstStyle>
            <a:lvl1pPr marL="0" indent="0">
              <a:buNone/>
              <a:defRPr sz="20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414C9F-CBBD-4D5E-A831-BC0CDFEB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58DC0C8-B580-442D-8DAC-4F0F869B1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B0D29E8-DFEE-49AB-83AF-85FF2525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AAF1B-6B6E-4D37-8F57-E403C637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26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507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59FCF-ACDF-495D-ACFA-15FCAC9E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786E3-AB17-427E-8EF8-7FCB671A1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3B4E9-7A16-448C-8BE6-B14941A34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212F5-5835-49FF-836F-5E3008A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D492B-E5EE-4D24-A087-57D739CF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83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1E395-94BD-4E79-8E42-9CD4EB33C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75542" y="758952"/>
            <a:ext cx="2954458" cy="4986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AA8A4-66BC-4E80-ABE3-F533F82B8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8952" y="758952"/>
            <a:ext cx="7407586" cy="49860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DA4EA6-6A1A-48ED-9D79-A438561C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49B2BA-9250-4EBF-8820-10BDA5C1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14475-55F3-4C46-BAE2-E4D93E9E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021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72411438-92A5-42B0-9C54-EA4FB32ACB5E}"/>
              </a:ext>
            </a:extLst>
          </p:cNvPr>
          <p:cNvSpPr/>
          <p:nvPr/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56E4D8-47B6-4DEC-BD29-B3B6ED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475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5D4C-4873-4052-A294-99CCB9421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4754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D62B3-3490-46B4-A10E-33FCE4A1F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16952" y="6007608"/>
            <a:ext cx="3813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2/1/2026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4CB1-7D5F-4F52-9F99-7068F5819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007608"/>
            <a:ext cx="38313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F9CC9-1431-4569-B2F1-D04814955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86616" y="6007608"/>
            <a:ext cx="411480" cy="365125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234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i="1" kern="1200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8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74242" y="392928"/>
            <a:ext cx="9390888" cy="2640466"/>
          </a:xfrm>
        </p:spPr>
        <p:txBody>
          <a:bodyPr>
            <a:normAutofit/>
          </a:bodyPr>
          <a:lstStyle/>
          <a:p>
            <a:r>
              <a:rPr lang="ru-RU" err="1">
                <a:latin typeface="Univers Condensed"/>
              </a:rPr>
              <a:t>Cloud</a:t>
            </a:r>
            <a:r>
              <a:rPr lang="ru-RU" dirty="0">
                <a:latin typeface="Univers Condensed"/>
              </a:rPr>
              <a:t> </a:t>
            </a:r>
            <a:r>
              <a:rPr lang="ru-RU" err="1">
                <a:latin typeface="Univers Condensed"/>
              </a:rPr>
              <a:t>Hopper</a:t>
            </a:r>
            <a:endParaRPr lang="ru-RU">
              <a:latin typeface="Univers Condensed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174242" y="2514599"/>
            <a:ext cx="9952863" cy="1521108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 sz="3200" dirty="0">
                <a:latin typeface="Univers Condensed"/>
              </a:rPr>
              <a:t>Это вертикальный платформер с восхождением вверх. Ваша цель забраться до финиша, избегая препятствий.</a:t>
            </a:r>
          </a:p>
        </p:txBody>
      </p:sp>
      <p:cxnSp>
        <p:nvCxnSpPr>
          <p:cNvPr id="15" name="Straight Connector 9">
            <a:extLst>
              <a:ext uri="{FF2B5EF4-FFF2-40B4-BE49-F238E27FC236}">
                <a16:creationId xmlns:a16="http://schemas.microsoft.com/office/drawing/2014/main" id="{63B10E47-AF6B-4C8A-B458-3C6CAF2EB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8560" y="2519118"/>
            <a:ext cx="110134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3C5021-A5FD-84F5-4F0A-AA4686840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ru-RU" dirty="0">
                <a:solidFill>
                  <a:schemeClr val="bg1"/>
                </a:solidFill>
                <a:latin typeface="Univers Condensed"/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12F61D-AA56-8926-BE31-C48DBF1F9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7969697" cy="183570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z="2400" dirty="0"/>
              <a:t>В этой игре вам предстоит взбираться вверх, преодолевать препятствия и собирать монетки, чтобы наконец выбраться из этого 2D-мира. Эта игра предназначена для </a:t>
            </a:r>
            <a:r>
              <a:rPr lang="ru-RU" sz="2400" dirty="0" err="1"/>
              <a:t>расслабленя</a:t>
            </a:r>
            <a:endParaRPr lang="ru-RU" sz="2800" dirty="0">
              <a:latin typeface="Univers Condensed"/>
            </a:endParaRP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223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A084DB-CDB7-B4D2-24B3-31DDCE82D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052" y="1346309"/>
            <a:ext cx="5460873" cy="3129297"/>
          </a:xfrm>
        </p:spPr>
        <p:txBody>
          <a:bodyPr>
            <a:normAutofit/>
          </a:bodyPr>
          <a:lstStyle/>
          <a:p>
            <a:r>
              <a:rPr lang="ru-RU" dirty="0">
                <a:latin typeface="Univers Condensed"/>
              </a:rPr>
              <a:t>Управление:</a:t>
            </a:r>
            <a:br>
              <a:rPr lang="ru-RU" dirty="0"/>
            </a:br>
            <a:r>
              <a:rPr lang="ru-RU" sz="3600" dirty="0">
                <a:latin typeface="Univers Condensed"/>
              </a:rPr>
              <a:t>лево        -   &lt;--</a:t>
            </a:r>
            <a:br>
              <a:rPr lang="ru-RU" sz="3600" dirty="0">
                <a:latin typeface="Univers Condensed"/>
              </a:rPr>
            </a:br>
            <a:r>
              <a:rPr lang="ru-RU" sz="3600" dirty="0">
                <a:latin typeface="Univers Condensed"/>
              </a:rPr>
              <a:t>право      -    --&gt;</a:t>
            </a:r>
            <a:br>
              <a:rPr lang="ru-RU" sz="3600" dirty="0">
                <a:latin typeface="Univers Condensed"/>
              </a:rPr>
            </a:br>
            <a:r>
              <a:rPr lang="ru-RU" sz="3600" dirty="0">
                <a:latin typeface="Univers Condensed"/>
              </a:rPr>
              <a:t>прыжок   -   пробел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C98EDD7-966F-4ED6-ADCB-9EF1A425A7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591" y="1028927"/>
            <a:ext cx="6094409" cy="1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бъект 2">
            <a:extLst>
              <a:ext uri="{FF2B5EF4-FFF2-40B4-BE49-F238E27FC236}">
                <a16:creationId xmlns:a16="http://schemas.microsoft.com/office/drawing/2014/main" id="{C21C0C83-347F-B21C-C86F-6C56AC066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6126" y="1017938"/>
            <a:ext cx="4523874" cy="4503387"/>
          </a:xfrm>
        </p:spPr>
        <p:txBody>
          <a:bodyPr anchor="b">
            <a:normAutofit/>
          </a:bodyPr>
          <a:lstStyle/>
          <a:p>
            <a:endParaRPr lang="ru-RU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8996B799-9454-451E-A62E-D79EC2608B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103327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9BCA605-F116-47B0-8AFC-D9A7FA5E1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06126" y="5840059"/>
            <a:ext cx="5285874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843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DE75F2-4912-1621-42F0-FFF6EBBA5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496" y="1063256"/>
            <a:ext cx="10355403" cy="1540106"/>
          </a:xfrm>
        </p:spPr>
        <p:txBody>
          <a:bodyPr>
            <a:normAutofit/>
          </a:bodyPr>
          <a:lstStyle/>
          <a:p>
            <a:r>
              <a:rPr lang="ru-RU" dirty="0">
                <a:latin typeface="Univers Condensed"/>
              </a:rPr>
              <a:t>Библиотеки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62825-C012-4895-A17E-F3D1F62D8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143293"/>
            <a:ext cx="0" cy="5714707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DF44EA-9D55-C63A-3803-3C84E62A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96" y="1996336"/>
            <a:ext cx="7055280" cy="286134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ru-RU" sz="2400" dirty="0">
              <a:latin typeface="Univers Condensed"/>
            </a:endParaRPr>
          </a:p>
          <a:p>
            <a:endParaRPr lang="ru-RU" sz="2400">
              <a:latin typeface="Univers Condensed"/>
            </a:endParaRPr>
          </a:p>
          <a:p>
            <a:endParaRPr lang="ru-RU" dirty="0"/>
          </a:p>
        </p:txBody>
      </p:sp>
      <p:sp>
        <p:nvSpPr>
          <p:cNvPr id="21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0F5DC-F49F-92FC-BAD0-17AB444AFF2F}"/>
              </a:ext>
            </a:extLst>
          </p:cNvPr>
          <p:cNvSpPr txBox="1"/>
          <p:nvPr/>
        </p:nvSpPr>
        <p:spPr>
          <a:xfrm>
            <a:off x="1070919" y="2286000"/>
            <a:ext cx="6713837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2800" i="1" dirty="0">
                <a:solidFill>
                  <a:srgbClr val="262626"/>
                </a:solidFill>
                <a:latin typeface="Univers Condensed"/>
              </a:rPr>
              <a:t>Проект был написан на Python 3.12, </a:t>
            </a:r>
            <a:endParaRPr lang="ru-RU" sz="2800" dirty="0">
              <a:latin typeface="Univers Condensed"/>
            </a:endParaRPr>
          </a:p>
          <a:p>
            <a:r>
              <a:rPr lang="ru-RU" sz="2800" i="1" dirty="0">
                <a:solidFill>
                  <a:srgbClr val="262626"/>
                </a:solidFill>
                <a:latin typeface="Univers Condensed"/>
              </a:rPr>
              <a:t>с использованием библиотеки </a:t>
            </a:r>
            <a:r>
              <a:rPr lang="ru-RU" sz="2800" i="1" dirty="0" err="1">
                <a:solidFill>
                  <a:srgbClr val="262626"/>
                </a:solidFill>
                <a:latin typeface="Univers Condensed"/>
              </a:rPr>
              <a:t>pyarcade</a:t>
            </a:r>
            <a:endParaRPr lang="ru-RU" sz="2400" i="1" dirty="0">
              <a:solidFill>
                <a:srgbClr val="262626"/>
              </a:solidFill>
              <a:latin typeface="Univers Condensed"/>
            </a:endParaRPr>
          </a:p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3592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0008B-8B52-A772-C7D6-7BA57492E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8321040" cy="1952716"/>
          </a:xfrm>
        </p:spPr>
        <p:txBody>
          <a:bodyPr anchor="ctr">
            <a:normAutofit/>
          </a:bodyPr>
          <a:lstStyle/>
          <a:p>
            <a:r>
              <a:rPr lang="ru-RU" dirty="0">
                <a:latin typeface="Univers Condensed"/>
              </a:rPr>
              <a:t>Заключение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EF97C72-3F89-4F0A-9629-01818B389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8503" y="2936674"/>
            <a:ext cx="836524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1559F6-6732-B472-FC2A-E3D83A7F7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5" y="3161680"/>
            <a:ext cx="8321167" cy="262040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Проект полностью завершен, но можно добавить такие вещи как:</a:t>
            </a:r>
          </a:p>
          <a:p>
            <a:r>
              <a:rPr lang="ru-RU" dirty="0"/>
              <a:t>Генерация карт</a:t>
            </a:r>
          </a:p>
          <a:p>
            <a:r>
              <a:rPr lang="ru-RU" err="1"/>
              <a:t>Минибоссы</a:t>
            </a:r>
            <a:endParaRPr lang="ru-RU" dirty="0" err="1"/>
          </a:p>
          <a:p>
            <a:r>
              <a:rPr lang="ru-RU" dirty="0"/>
              <a:t>Потайные комнаты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359352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VTI">
  <a:themeElements>
    <a:clrScheme name="Headlines">
      <a:dk1>
        <a:sysClr val="windowText" lastClr="000000"/>
      </a:dk1>
      <a:lt1>
        <a:sysClr val="window" lastClr="FFFFFF"/>
      </a:lt1>
      <a:dk2>
        <a:srgbClr val="232C41"/>
      </a:dk2>
      <a:lt2>
        <a:srgbClr val="F6F4EF"/>
      </a:lt2>
      <a:accent1>
        <a:srgbClr val="439EB7"/>
      </a:accent1>
      <a:accent2>
        <a:srgbClr val="E20E65"/>
      </a:accent2>
      <a:accent3>
        <a:srgbClr val="F59324"/>
      </a:accent3>
      <a:accent4>
        <a:srgbClr val="5046B9"/>
      </a:accent4>
      <a:accent5>
        <a:srgbClr val="5CB678"/>
      </a:accent5>
      <a:accent6>
        <a:srgbClr val="9717F7"/>
      </a:accent6>
      <a:hlink>
        <a:srgbClr val="E80095"/>
      </a:hlink>
      <a:folHlink>
        <a:srgbClr val="808080"/>
      </a:folHlink>
    </a:clrScheme>
    <a:fontScheme name="Custom 211">
      <a:majorFont>
        <a:latin typeface="Sitka Banner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8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6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dlinesVTI" id="{66EB4A02-0C0F-47F1-9F48-4E6882B9F967}" vid="{F3552358-4452-4FDA-9568-4F5DA32F7A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88</Words>
  <Application>Microsoft Office PowerPoint</Application>
  <PresentationFormat>Широкоэкранный</PresentationFormat>
  <Paragraphs>14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Avenir Next LT Pro</vt:lpstr>
      <vt:lpstr>Sitka Banner</vt:lpstr>
      <vt:lpstr>Univers Condensed</vt:lpstr>
      <vt:lpstr>HeadlinesVTI</vt:lpstr>
      <vt:lpstr>Cloud Hopper</vt:lpstr>
      <vt:lpstr>Введение</vt:lpstr>
      <vt:lpstr>Управление: лево        -   &lt;-- право      -    --&gt; прыжок   -   пробел</vt:lpstr>
      <vt:lpstr>Библиотеки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Hopper</dc:title>
  <dc:creator/>
  <cp:lastModifiedBy>Анатолий Петрович</cp:lastModifiedBy>
  <cp:revision>133</cp:revision>
  <dcterms:created xsi:type="dcterms:W3CDTF">2012-07-30T23:42:41Z</dcterms:created>
  <dcterms:modified xsi:type="dcterms:W3CDTF">2026-02-01T17:47:12Z</dcterms:modified>
</cp:coreProperties>
</file>